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96" y="5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07236-EDA2-44BE-8E02-3CAE811C0A54}" type="datetimeFigureOut">
              <a:rPr lang="es-ES" smtClean="0"/>
              <a:t>23/04/2026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76B2C-C2F6-4780-BDB2-42DF6DB1B4F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9489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07236-EDA2-44BE-8E02-3CAE811C0A54}" type="datetimeFigureOut">
              <a:rPr lang="es-ES" smtClean="0"/>
              <a:t>23/04/2026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76B2C-C2F6-4780-BDB2-42DF6DB1B4F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23408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07236-EDA2-44BE-8E02-3CAE811C0A54}" type="datetimeFigureOut">
              <a:rPr lang="es-ES" smtClean="0"/>
              <a:t>23/04/2026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76B2C-C2F6-4780-BDB2-42DF6DB1B4F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41383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07236-EDA2-44BE-8E02-3CAE811C0A54}" type="datetimeFigureOut">
              <a:rPr lang="es-ES" smtClean="0"/>
              <a:t>23/04/2026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76B2C-C2F6-4780-BDB2-42DF6DB1B4F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69607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07236-EDA2-44BE-8E02-3CAE811C0A54}" type="datetimeFigureOut">
              <a:rPr lang="es-ES" smtClean="0"/>
              <a:t>23/04/2026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76B2C-C2F6-4780-BDB2-42DF6DB1B4F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48848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07236-EDA2-44BE-8E02-3CAE811C0A54}" type="datetimeFigureOut">
              <a:rPr lang="es-ES" smtClean="0"/>
              <a:t>23/04/2026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76B2C-C2F6-4780-BDB2-42DF6DB1B4F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59233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07236-EDA2-44BE-8E02-3CAE811C0A54}" type="datetimeFigureOut">
              <a:rPr lang="es-ES" smtClean="0"/>
              <a:t>23/04/2026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76B2C-C2F6-4780-BDB2-42DF6DB1B4F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79535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07236-EDA2-44BE-8E02-3CAE811C0A54}" type="datetimeFigureOut">
              <a:rPr lang="es-ES" smtClean="0"/>
              <a:t>23/04/2026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76B2C-C2F6-4780-BDB2-42DF6DB1B4F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9004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07236-EDA2-44BE-8E02-3CAE811C0A54}" type="datetimeFigureOut">
              <a:rPr lang="es-ES" smtClean="0"/>
              <a:t>23/04/2026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76B2C-C2F6-4780-BDB2-42DF6DB1B4F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3433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07236-EDA2-44BE-8E02-3CAE811C0A54}" type="datetimeFigureOut">
              <a:rPr lang="es-ES" smtClean="0"/>
              <a:t>23/04/2026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76B2C-C2F6-4780-BDB2-42DF6DB1B4F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87474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07236-EDA2-44BE-8E02-3CAE811C0A54}" type="datetimeFigureOut">
              <a:rPr lang="es-ES" smtClean="0"/>
              <a:t>23/04/2026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76B2C-C2F6-4780-BDB2-42DF6DB1B4F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52223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D07236-EDA2-44BE-8E02-3CAE811C0A54}" type="datetimeFigureOut">
              <a:rPr lang="es-ES" smtClean="0"/>
              <a:t>23/04/2026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D76B2C-C2F6-4780-BDB2-42DF6DB1B4F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15690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9435DC3-3DAC-7A09-F8D8-FD7BEB8726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207" b="91730" l="9850" r="89877">
                        <a14:foregroundMark x1="48016" y1="8423" x2="48016" y2="8423"/>
                        <a14:foregroundMark x1="49932" y1="5207" x2="49932" y2="5207"/>
                        <a14:foregroundMark x1="48974" y1="79632" x2="48564" y2="82848"/>
                        <a14:foregroundMark x1="55267" y1="79479" x2="55267" y2="83155"/>
                        <a14:foregroundMark x1="48700" y1="80551" x2="48974" y2="84074"/>
                        <a14:foregroundMark x1="52804" y1="78101" x2="52804" y2="83461"/>
                        <a14:foregroundMark x1="49248" y1="91730" x2="49248" y2="91730"/>
                        <a14:foregroundMark x1="47196" y1="81317" x2="47196" y2="81317"/>
                        <a14:foregroundMark x1="85636" y1="87596" x2="85636" y2="8759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4612" y="319087"/>
            <a:ext cx="6962775" cy="621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282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redondeado 1"/>
          <p:cNvSpPr/>
          <p:nvPr/>
        </p:nvSpPr>
        <p:spPr>
          <a:xfrm>
            <a:off x="3539613" y="907026"/>
            <a:ext cx="5073446" cy="508082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2ACB87F-2CD8-DCD8-4BDC-390F333576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207" b="91730" l="9850" r="89877">
                        <a14:foregroundMark x1="48016" y1="8423" x2="48016" y2="8423"/>
                        <a14:foregroundMark x1="49932" y1="5207" x2="49932" y2="5207"/>
                        <a14:foregroundMark x1="48974" y1="79632" x2="48564" y2="82848"/>
                        <a14:foregroundMark x1="55267" y1="79479" x2="55267" y2="83155"/>
                        <a14:foregroundMark x1="48700" y1="80551" x2="48974" y2="84074"/>
                        <a14:foregroundMark x1="52804" y1="78101" x2="52804" y2="83461"/>
                        <a14:foregroundMark x1="49248" y1="91730" x2="49248" y2="91730"/>
                        <a14:foregroundMark x1="47196" y1="81317" x2="47196" y2="81317"/>
                        <a14:foregroundMark x1="85636" y1="87596" x2="85636" y2="8759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7259" y="1045592"/>
            <a:ext cx="5377482" cy="4803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681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o 4">
            <a:extLst>
              <a:ext uri="{FF2B5EF4-FFF2-40B4-BE49-F238E27FC236}">
                <a16:creationId xmlns:a16="http://schemas.microsoft.com/office/drawing/2014/main" id="{D895F3B5-9D4E-FF8F-FDAF-F1C28257E871}"/>
              </a:ext>
            </a:extLst>
          </p:cNvPr>
          <p:cNvGrpSpPr/>
          <p:nvPr/>
        </p:nvGrpSpPr>
        <p:grpSpPr>
          <a:xfrm>
            <a:off x="3407259" y="907026"/>
            <a:ext cx="5377482" cy="5080820"/>
            <a:chOff x="3407259" y="907026"/>
            <a:chExt cx="5377482" cy="5080820"/>
          </a:xfrm>
        </p:grpSpPr>
        <p:sp>
          <p:nvSpPr>
            <p:cNvPr id="2" name="Rectángulo redondeado 1">
              <a:extLst>
                <a:ext uri="{FF2B5EF4-FFF2-40B4-BE49-F238E27FC236}">
                  <a16:creationId xmlns:a16="http://schemas.microsoft.com/office/drawing/2014/main" id="{89DFA6F6-CDA1-411F-DB74-965F6F90FCF6}"/>
                </a:ext>
              </a:extLst>
            </p:cNvPr>
            <p:cNvSpPr/>
            <p:nvPr/>
          </p:nvSpPr>
          <p:spPr>
            <a:xfrm>
              <a:off x="3539613" y="907026"/>
              <a:ext cx="5073446" cy="5080820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75705B6F-1F5E-BA27-53DC-58C15C7CC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5207" b="91730" l="9850" r="89877">
                          <a14:foregroundMark x1="48016" y1="8423" x2="48016" y2="8423"/>
                          <a14:foregroundMark x1="49932" y1="5207" x2="49932" y2="5207"/>
                          <a14:foregroundMark x1="48974" y1="79632" x2="48564" y2="82848"/>
                          <a14:foregroundMark x1="55267" y1="79479" x2="55267" y2="83155"/>
                          <a14:foregroundMark x1="48700" y1="80551" x2="48974" y2="84074"/>
                          <a14:foregroundMark x1="52804" y1="78101" x2="52804" y2="83461"/>
                          <a14:foregroundMark x1="49248" y1="91730" x2="49248" y2="91730"/>
                          <a14:foregroundMark x1="47196" y1="81317" x2="47196" y2="81317"/>
                          <a14:foregroundMark x1="85636" y1="87596" x2="85636" y2="87596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7259" y="1045592"/>
              <a:ext cx="5377482" cy="480368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133190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0</Words>
  <Application>Microsoft Office PowerPoint</Application>
  <PresentationFormat>Panorámica</PresentationFormat>
  <Paragraphs>0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DenguNorte</dc:creator>
  <cp:lastModifiedBy>cristian caceres</cp:lastModifiedBy>
  <cp:revision>6</cp:revision>
  <dcterms:created xsi:type="dcterms:W3CDTF">2026-04-22T19:56:35Z</dcterms:created>
  <dcterms:modified xsi:type="dcterms:W3CDTF">2026-04-23T18:07:43Z</dcterms:modified>
</cp:coreProperties>
</file>
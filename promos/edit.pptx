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ECD49-C2B3-081A-C398-08F37172A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466165-104A-B9DC-5CA1-875EABE77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8CE73A-C929-3862-8767-0A0489124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71A3B5-C365-1C33-55E2-98E110FA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5F4DDF-5D14-638C-5605-9AEDA44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967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60107-9B36-0C0B-1182-331ADA11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587E16-2111-3720-70E8-BC5B40777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1607FA-39CE-27AA-E9CF-D94845D9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2390A9-D616-5BE9-F376-D315A7D4B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A16DF7-8B52-8FF7-E22A-1C61E454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289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22352-57A4-77DE-A920-08DE8FAB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12E56-D631-121E-339D-1D643661E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41D075-D850-0E6D-57F1-45F8EB8D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7E3933-1D7C-CC9C-B0E3-ACF2F004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85E64C-CB81-7E8B-1BD5-C08F5646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0028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A32CD-AFE7-10BC-1F50-EDF7C444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2FD156-70FF-F40E-2C52-E2FE74F86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439C6F-D361-81BF-D061-3F32F53D7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0E4501-0478-B0A7-3352-8F881CD3F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0749F9-38C1-E954-3E5A-3B44AFD3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9F6B39-53C0-40BF-639B-2D85F579F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7650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61C9F-2F36-F16B-24CA-F24A7505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8585F3-28A6-A317-B493-7F8BE1F6A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E4303B-1D31-B9D5-556D-0D5B8517D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F847B04-028A-8E47-3500-02E23C1F1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99D313-6D92-4195-226E-6ADFB772B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83C119-02E3-CB97-7776-E4A3DC40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2F03C20-0954-11C2-D798-327E92E69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D933E2-29BC-C6FF-4AED-FB45BFF8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9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F2FE7-377B-C885-4A15-A20BB602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27FE53-3659-93BF-3D61-4C19FE6B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0D7B09-227B-D1B8-9C1A-B2B18E5B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C887BD-53DF-FE47-CAF7-72A651E2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17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5B3E6A-A1E7-D996-EC5F-D29B13EA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DB1C35-DA27-2557-8419-32D7E803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4DC5D5-1908-6727-F695-FDFA7FA8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661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5F55A-490D-C5AB-55E5-F1529DA8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D03DE8-EA63-13CB-2B67-E8E3CCB27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5769A8-6914-3E17-B8B4-2C79AD54C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48DE94-35CA-D88F-0614-46EFC6C6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4FA947-1CC5-5DD9-812B-9F5BA0C9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CF5447-F4A9-C401-FC8B-8C95BD09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77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D7A37-71B9-25BC-E72D-F512485D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731452-DBBB-33FA-333D-F01181A74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F3F86E-2218-0785-37FD-8C403A023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0B810C-B8B5-15C5-9226-A63664FD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65F610-568E-0A66-F855-1449CC370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156AC2-1AC6-14DA-A025-5994ADCF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6262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462C5-B153-0922-10E7-A032AEAE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D0A26F-ABAF-BE44-C1D9-28B0B0D81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30C5EF-4D14-E7A2-6FA4-8EC2B2840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1B3700-FEFF-0310-4704-722BB82B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98F89-E424-D294-8510-3523F4502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230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80DE8D-F973-8BE8-79AF-4870ED264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D6F7C6-B512-46FB-8A11-3A558545F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60BBED-63CF-539A-3B54-626FBA22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C9542D-4FED-B53E-8230-9BA8396B9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25B8A5-0609-6772-30A2-129FF432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918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D13F82-6AFB-6F23-F315-F6E1F975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1DA1FC-F16C-1A19-7922-8A4CCFEB2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ED35C4-D0F3-88E5-AB10-86E7998CB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883DC-8DF1-4DA9-8F4B-04245FBE9481}" type="datetimeFigureOut">
              <a:rPr lang="es-ES" smtClean="0"/>
              <a:t>20/04/2026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217790-2959-DD69-D7A7-D304C3A96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C1442D-A056-B6CE-45FD-998D795C1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7D2B5-0DE4-4524-A449-E8DC44C6E8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06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278E42-EBF5-8E54-583C-4E799F465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8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5074903-D98E-636B-9E69-5BDB5DD51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8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5074903-D98E-636B-9E69-5BDB5DD51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49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211C891C-5A09-31D1-0092-01DED90D0622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43F23C1-AFBA-E1AC-947B-48ECE70B0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74E6921A-3C72-DEA9-531E-E72B28A02AD0}"/>
                </a:ext>
              </a:extLst>
            </p:cNvPr>
            <p:cNvSpPr/>
            <p:nvPr/>
          </p:nvSpPr>
          <p:spPr>
            <a:xfrm>
              <a:off x="7148945" y="3883231"/>
              <a:ext cx="2327564" cy="52251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sz="24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@COIPO_NORTE</a:t>
              </a:r>
              <a:endParaRPr lang="es-E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072872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Panorámica</PresentationFormat>
  <Paragraphs>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cristian caceres</dc:creator>
  <cp:lastModifiedBy>cristian caceres</cp:lastModifiedBy>
  <cp:revision>4</cp:revision>
  <dcterms:created xsi:type="dcterms:W3CDTF">2026-04-20T21:12:21Z</dcterms:created>
  <dcterms:modified xsi:type="dcterms:W3CDTF">2026-04-20T21:19:21Z</dcterms:modified>
</cp:coreProperties>
</file>